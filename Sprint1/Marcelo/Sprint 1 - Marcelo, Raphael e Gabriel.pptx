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1598336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1598336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15983369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15983369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15983369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15983369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15983369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15983369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15983369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15983369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15983369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15983369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15983369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15983369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15983369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15983369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15983369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15983369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15983369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15983369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410050" y="18625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Sprint 1 - Marcelo, Raphael e Gabriel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1297500" y="393750"/>
            <a:ext cx="61560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4"/>
          <p:cNvSpPr txBox="1"/>
          <p:nvPr>
            <p:ph idx="1" type="body"/>
          </p:nvPr>
        </p:nvSpPr>
        <p:spPr>
          <a:xfrm>
            <a:off x="433625" y="2083375"/>
            <a:ext cx="8807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4800"/>
              <a:t>Análise de Similares - ClimaGo</a:t>
            </a:r>
            <a:endParaRPr sz="4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697050" y="725175"/>
            <a:ext cx="5315400" cy="39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u="sng"/>
              <a:t>- </a:t>
            </a:r>
            <a:r>
              <a:rPr lang="pt-BR" sz="4000" u="sng"/>
              <a:t>Dias de previsão</a:t>
            </a:r>
            <a:r>
              <a:rPr lang="pt-BR" sz="4000"/>
              <a:t> 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u="sng">
                <a:solidFill>
                  <a:srgbClr val="9900FF"/>
                </a:solidFill>
              </a:rPr>
              <a:t>-Principais funções</a:t>
            </a:r>
            <a:endParaRPr sz="4000" u="sng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u="sng">
                <a:solidFill>
                  <a:srgbClr val="00FF00"/>
                </a:solidFill>
              </a:rPr>
              <a:t>-Pontos fortes</a:t>
            </a:r>
            <a:endParaRPr sz="4000" u="sng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u="sng">
                <a:solidFill>
                  <a:srgbClr val="FF0000"/>
                </a:solidFill>
              </a:rPr>
              <a:t>-Pontos Fracos</a:t>
            </a:r>
            <a:endParaRPr sz="4000" u="sng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idx="1" type="body"/>
          </p:nvPr>
        </p:nvSpPr>
        <p:spPr>
          <a:xfrm>
            <a:off x="3065175" y="1861525"/>
            <a:ext cx="5869500" cy="23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4800"/>
              <a:t>Meteored</a:t>
            </a:r>
            <a:endParaRPr sz="4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1255975" y="393750"/>
            <a:ext cx="7080300" cy="41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-15 dias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9900FF"/>
                </a:solidFill>
              </a:rPr>
              <a:t>-Ver clima(chuva, umidade, qualidade do ar),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9900FF"/>
                </a:solidFill>
              </a:rPr>
              <a:t>gráficos de comparação dos dias, nascer e </a:t>
            </a:r>
            <a:r>
              <a:rPr lang="pt-BR">
                <a:solidFill>
                  <a:srgbClr val="9900FF"/>
                </a:solidFill>
              </a:rPr>
              <a:t>pôr</a:t>
            </a:r>
            <a:r>
              <a:rPr lang="pt-BR">
                <a:solidFill>
                  <a:srgbClr val="9900FF"/>
                </a:solidFill>
              </a:rPr>
              <a:t> do sol e lua, calendário lunar, temperatura, raios UV, notícias, vídeos, avisos, mapas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FF00"/>
                </a:solidFill>
              </a:rPr>
              <a:t>-Grande quantidade de informações</a:t>
            </a:r>
            <a:endParaRPr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0000"/>
                </a:solidFill>
              </a:rPr>
              <a:t>-Interface poluída, com muitas informações aparecendo ao mesmo tempo(podia ter uma interface menos poluída e com as informações melhor separadas)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>
            <p:ph idx="1" type="body"/>
          </p:nvPr>
        </p:nvSpPr>
        <p:spPr>
          <a:xfrm>
            <a:off x="3154850" y="2063375"/>
            <a:ext cx="4964700" cy="26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Clima&amp;Radar</a:t>
            </a:r>
            <a:endParaRPr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 rot="10800000">
            <a:off x="59925" y="2242725"/>
            <a:ext cx="1173600" cy="9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 txBox="1"/>
          <p:nvPr>
            <p:ph idx="1" type="body"/>
          </p:nvPr>
        </p:nvSpPr>
        <p:spPr>
          <a:xfrm>
            <a:off x="1297500" y="381275"/>
            <a:ext cx="7038900" cy="4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-14 dias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00FF"/>
                </a:solidFill>
              </a:rPr>
              <a:t>-Medir temperatura, clima, previsão de chuva, intensidade da maré, índice UV, qualidade do ar, webcam(locais), mapa interativo, comparações com outros dias</a:t>
            </a:r>
            <a:endParaRPr sz="18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FF00"/>
                </a:solidFill>
              </a:rPr>
              <a:t>-Bastante informações, ao mesmo tempo que não possuindo uma interface poluída</a:t>
            </a:r>
            <a:endParaRPr sz="18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rgbClr val="FF0000"/>
                </a:solidFill>
              </a:rPr>
              <a:t>-Previsão de tempo menor que outros aplicativos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2579250" y="1981175"/>
            <a:ext cx="4837500" cy="23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4800"/>
              <a:t>AccuWeather</a:t>
            </a:r>
            <a:endParaRPr sz="4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idx="1" type="body"/>
          </p:nvPr>
        </p:nvSpPr>
        <p:spPr>
          <a:xfrm>
            <a:off x="2885750" y="1869000"/>
            <a:ext cx="5450700" cy="26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4800"/>
              <a:t>RainViewer</a:t>
            </a:r>
            <a:endParaRPr sz="4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>
            <p:ph idx="1" type="body"/>
          </p:nvPr>
        </p:nvSpPr>
        <p:spPr>
          <a:xfrm>
            <a:off x="1147950" y="139650"/>
            <a:ext cx="7038900" cy="42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-15 dias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00FF"/>
                </a:solidFill>
              </a:rPr>
              <a:t>-Clima, temperatura, atividades propícias, previsão de chuva, panorama de saúd, qualidade do ar</a:t>
            </a:r>
            <a:endParaRPr sz="18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FF00"/>
                </a:solidFill>
              </a:rPr>
              <a:t>-Escolha de unidades(métrico, híbrido, imperial), possibilidade de alteração da interface(claro, escuro), doenças(possibilidade), atividades </a:t>
            </a:r>
            <a:r>
              <a:rPr lang="pt-BR" sz="1800">
                <a:solidFill>
                  <a:srgbClr val="00FF00"/>
                </a:solidFill>
              </a:rPr>
              <a:t>possíveis </a:t>
            </a:r>
            <a:r>
              <a:rPr lang="pt-BR" sz="1800">
                <a:solidFill>
                  <a:srgbClr val="00FF00"/>
                </a:solidFill>
              </a:rPr>
              <a:t>(viajar,  conduzir, correr, golfe, ciclismo, dentre outras), animais como insetos, boa interface</a:t>
            </a:r>
            <a:endParaRPr sz="18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rgbClr val="FF0000"/>
                </a:solidFill>
              </a:rPr>
              <a:t>-Mesmo com uma ótima interface, as vezes ela pode ser um pouco confusa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>
            <p:ph idx="1" type="body"/>
          </p:nvPr>
        </p:nvSpPr>
        <p:spPr>
          <a:xfrm>
            <a:off x="983500" y="857325"/>
            <a:ext cx="7725900" cy="44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-1 dia(premium da mais)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9900FF"/>
                </a:solidFill>
              </a:rPr>
              <a:t>-Chuva, clima, temperatura, pressão, neve, índice de UV, visibilidade, velocidade do vento</a:t>
            </a:r>
            <a:endParaRPr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FF00"/>
                </a:solidFill>
              </a:rPr>
              <a:t>-Possui boas informações, com uma boa interface</a:t>
            </a:r>
            <a:endParaRPr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solidFill>
                  <a:srgbClr val="FF0000"/>
                </a:solidFill>
              </a:rPr>
              <a:t>-Conteúdo Premium(análise por IA, previsões maiores), não se destaca muito perante outros aplicativos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